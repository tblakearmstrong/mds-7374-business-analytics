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4" r:id="rId3"/>
    <p:sldId id="265" r:id="rId4"/>
    <p:sldId id="266" r:id="rId5"/>
    <p:sldId id="258" r:id="rId6"/>
    <p:sldId id="263" r:id="rId7"/>
    <p:sldId id="259" r:id="rId8"/>
    <p:sldId id="261"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4C90-D0F5-3EAA-0EAC-2623CF826C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EE9FFB-61B5-6E99-00D5-5DE25DC0F5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0D792C-736F-DA6B-441A-17A6D3599700}"/>
              </a:ext>
            </a:extLst>
          </p:cNvPr>
          <p:cNvSpPr>
            <a:spLocks noGrp="1"/>
          </p:cNvSpPr>
          <p:nvPr>
            <p:ph type="dt" sz="half" idx="10"/>
          </p:nvPr>
        </p:nvSpPr>
        <p:spPr/>
        <p:txBody>
          <a:bodyPr/>
          <a:lstStyle/>
          <a:p>
            <a:fld id="{4C1B8599-6B9F-2549-81A9-735C98BDFB4A}" type="datetimeFigureOut">
              <a:rPr lang="en-US" smtClean="0"/>
              <a:t>6/20/25</a:t>
            </a:fld>
            <a:endParaRPr lang="en-US"/>
          </a:p>
        </p:txBody>
      </p:sp>
      <p:sp>
        <p:nvSpPr>
          <p:cNvPr id="5" name="Footer Placeholder 4">
            <a:extLst>
              <a:ext uri="{FF2B5EF4-FFF2-40B4-BE49-F238E27FC236}">
                <a16:creationId xmlns:a16="http://schemas.microsoft.com/office/drawing/2014/main" id="{B4034227-284E-4D53-9C5F-29FC181E42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862A86-9FF9-8280-FCCB-7B6238DFBFC5}"/>
              </a:ext>
            </a:extLst>
          </p:cNvPr>
          <p:cNvSpPr>
            <a:spLocks noGrp="1"/>
          </p:cNvSpPr>
          <p:nvPr>
            <p:ph type="sldNum" sz="quarter" idx="12"/>
          </p:nvPr>
        </p:nvSpPr>
        <p:spPr/>
        <p:txBody>
          <a:bodyPr/>
          <a:lstStyle/>
          <a:p>
            <a:fld id="{83A1BD46-1426-9B4F-8BC5-83834DB3D1C8}" type="slidenum">
              <a:rPr lang="en-US" smtClean="0"/>
              <a:t>‹#›</a:t>
            </a:fld>
            <a:endParaRPr lang="en-US"/>
          </a:p>
        </p:txBody>
      </p:sp>
    </p:spTree>
    <p:extLst>
      <p:ext uri="{BB962C8B-B14F-4D97-AF65-F5344CB8AC3E}">
        <p14:creationId xmlns:p14="http://schemas.microsoft.com/office/powerpoint/2010/main" val="550118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076E2-A6ED-3A49-7C17-9746C0F1E0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725727-FA71-11C0-BC3A-85EB9F68FE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4BF492-10D3-B025-E15B-8D0500F47C29}"/>
              </a:ext>
            </a:extLst>
          </p:cNvPr>
          <p:cNvSpPr>
            <a:spLocks noGrp="1"/>
          </p:cNvSpPr>
          <p:nvPr>
            <p:ph type="dt" sz="half" idx="10"/>
          </p:nvPr>
        </p:nvSpPr>
        <p:spPr/>
        <p:txBody>
          <a:bodyPr/>
          <a:lstStyle/>
          <a:p>
            <a:fld id="{4C1B8599-6B9F-2549-81A9-735C98BDFB4A}" type="datetimeFigureOut">
              <a:rPr lang="en-US" smtClean="0"/>
              <a:t>6/20/25</a:t>
            </a:fld>
            <a:endParaRPr lang="en-US"/>
          </a:p>
        </p:txBody>
      </p:sp>
      <p:sp>
        <p:nvSpPr>
          <p:cNvPr id="5" name="Footer Placeholder 4">
            <a:extLst>
              <a:ext uri="{FF2B5EF4-FFF2-40B4-BE49-F238E27FC236}">
                <a16:creationId xmlns:a16="http://schemas.microsoft.com/office/drawing/2014/main" id="{ADB77632-AF27-B335-49B1-3E25E61EB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81BA3-EDC1-04F0-885B-395D68204168}"/>
              </a:ext>
            </a:extLst>
          </p:cNvPr>
          <p:cNvSpPr>
            <a:spLocks noGrp="1"/>
          </p:cNvSpPr>
          <p:nvPr>
            <p:ph type="sldNum" sz="quarter" idx="12"/>
          </p:nvPr>
        </p:nvSpPr>
        <p:spPr/>
        <p:txBody>
          <a:bodyPr/>
          <a:lstStyle/>
          <a:p>
            <a:fld id="{83A1BD46-1426-9B4F-8BC5-83834DB3D1C8}" type="slidenum">
              <a:rPr lang="en-US" smtClean="0"/>
              <a:t>‹#›</a:t>
            </a:fld>
            <a:endParaRPr lang="en-US"/>
          </a:p>
        </p:txBody>
      </p:sp>
    </p:spTree>
    <p:extLst>
      <p:ext uri="{BB962C8B-B14F-4D97-AF65-F5344CB8AC3E}">
        <p14:creationId xmlns:p14="http://schemas.microsoft.com/office/powerpoint/2010/main" val="3569182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B569F-554F-8A3A-6CB7-9091EE5115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4E7948-3DF0-09BD-9D72-6D8F18EB3B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DED4B2-D778-4A15-2CE5-D0B08B10910A}"/>
              </a:ext>
            </a:extLst>
          </p:cNvPr>
          <p:cNvSpPr>
            <a:spLocks noGrp="1"/>
          </p:cNvSpPr>
          <p:nvPr>
            <p:ph type="dt" sz="half" idx="10"/>
          </p:nvPr>
        </p:nvSpPr>
        <p:spPr/>
        <p:txBody>
          <a:bodyPr/>
          <a:lstStyle/>
          <a:p>
            <a:fld id="{4C1B8599-6B9F-2549-81A9-735C98BDFB4A}" type="datetimeFigureOut">
              <a:rPr lang="en-US" smtClean="0"/>
              <a:t>6/20/25</a:t>
            </a:fld>
            <a:endParaRPr lang="en-US"/>
          </a:p>
        </p:txBody>
      </p:sp>
      <p:sp>
        <p:nvSpPr>
          <p:cNvPr id="5" name="Footer Placeholder 4">
            <a:extLst>
              <a:ext uri="{FF2B5EF4-FFF2-40B4-BE49-F238E27FC236}">
                <a16:creationId xmlns:a16="http://schemas.microsoft.com/office/drawing/2014/main" id="{19A5D454-BBB9-CC3F-9C23-0643CA591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1B7809-832A-90B1-7832-7B9E4598F60A}"/>
              </a:ext>
            </a:extLst>
          </p:cNvPr>
          <p:cNvSpPr>
            <a:spLocks noGrp="1"/>
          </p:cNvSpPr>
          <p:nvPr>
            <p:ph type="sldNum" sz="quarter" idx="12"/>
          </p:nvPr>
        </p:nvSpPr>
        <p:spPr/>
        <p:txBody>
          <a:bodyPr/>
          <a:lstStyle/>
          <a:p>
            <a:fld id="{83A1BD46-1426-9B4F-8BC5-83834DB3D1C8}" type="slidenum">
              <a:rPr lang="en-US" smtClean="0"/>
              <a:t>‹#›</a:t>
            </a:fld>
            <a:endParaRPr lang="en-US"/>
          </a:p>
        </p:txBody>
      </p:sp>
    </p:spTree>
    <p:extLst>
      <p:ext uri="{BB962C8B-B14F-4D97-AF65-F5344CB8AC3E}">
        <p14:creationId xmlns:p14="http://schemas.microsoft.com/office/powerpoint/2010/main" val="1075981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02F6-569C-55C9-3806-EB1DD6AF44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FEC68D-D983-8B5F-199A-8A4A69294B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39DDFD-EA5E-68EA-A144-457674E74B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70F25A-8FE3-ED8E-1A09-6412185975AA}"/>
              </a:ext>
            </a:extLst>
          </p:cNvPr>
          <p:cNvSpPr>
            <a:spLocks noGrp="1"/>
          </p:cNvSpPr>
          <p:nvPr>
            <p:ph type="dt" sz="half" idx="10"/>
          </p:nvPr>
        </p:nvSpPr>
        <p:spPr/>
        <p:txBody>
          <a:bodyPr/>
          <a:lstStyle/>
          <a:p>
            <a:fld id="{4C1B8599-6B9F-2549-81A9-735C98BDFB4A}" type="datetimeFigureOut">
              <a:rPr lang="en-US" smtClean="0"/>
              <a:t>6/20/25</a:t>
            </a:fld>
            <a:endParaRPr lang="en-US"/>
          </a:p>
        </p:txBody>
      </p:sp>
      <p:sp>
        <p:nvSpPr>
          <p:cNvPr id="6" name="Footer Placeholder 5">
            <a:extLst>
              <a:ext uri="{FF2B5EF4-FFF2-40B4-BE49-F238E27FC236}">
                <a16:creationId xmlns:a16="http://schemas.microsoft.com/office/drawing/2014/main" id="{7C0FFDA8-CD20-1443-87F8-83A8E9D6C4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DBC3F-247F-717F-C91A-82475064ECDA}"/>
              </a:ext>
            </a:extLst>
          </p:cNvPr>
          <p:cNvSpPr>
            <a:spLocks noGrp="1"/>
          </p:cNvSpPr>
          <p:nvPr>
            <p:ph type="sldNum" sz="quarter" idx="12"/>
          </p:nvPr>
        </p:nvSpPr>
        <p:spPr/>
        <p:txBody>
          <a:bodyPr/>
          <a:lstStyle/>
          <a:p>
            <a:fld id="{83A1BD46-1426-9B4F-8BC5-83834DB3D1C8}" type="slidenum">
              <a:rPr lang="en-US" smtClean="0"/>
              <a:t>‹#›</a:t>
            </a:fld>
            <a:endParaRPr lang="en-US"/>
          </a:p>
        </p:txBody>
      </p:sp>
    </p:spTree>
    <p:extLst>
      <p:ext uri="{BB962C8B-B14F-4D97-AF65-F5344CB8AC3E}">
        <p14:creationId xmlns:p14="http://schemas.microsoft.com/office/powerpoint/2010/main" val="3850883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B7A9E-44FC-11E0-896A-ED71AC613B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C26A47-D408-5151-AAD7-AC74E1BF50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EAEF24-BDE9-E2EA-2A7B-815A090AF2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0CC43F-A026-BE78-4B07-E9609BD6C9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08357E-D8F2-145F-3FC3-0866F2A2B5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BBF8DC-7B65-61F2-AA3F-AD53BE2A56F3}"/>
              </a:ext>
            </a:extLst>
          </p:cNvPr>
          <p:cNvSpPr>
            <a:spLocks noGrp="1"/>
          </p:cNvSpPr>
          <p:nvPr>
            <p:ph type="dt" sz="half" idx="10"/>
          </p:nvPr>
        </p:nvSpPr>
        <p:spPr/>
        <p:txBody>
          <a:bodyPr/>
          <a:lstStyle/>
          <a:p>
            <a:fld id="{4C1B8599-6B9F-2549-81A9-735C98BDFB4A}" type="datetimeFigureOut">
              <a:rPr lang="en-US" smtClean="0"/>
              <a:t>6/20/25</a:t>
            </a:fld>
            <a:endParaRPr lang="en-US"/>
          </a:p>
        </p:txBody>
      </p:sp>
      <p:sp>
        <p:nvSpPr>
          <p:cNvPr id="8" name="Footer Placeholder 7">
            <a:extLst>
              <a:ext uri="{FF2B5EF4-FFF2-40B4-BE49-F238E27FC236}">
                <a16:creationId xmlns:a16="http://schemas.microsoft.com/office/drawing/2014/main" id="{743048BC-41F0-2C1B-187C-809992473B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BC5D56-2D5B-C6BB-C6BC-616A33FBEB45}"/>
              </a:ext>
            </a:extLst>
          </p:cNvPr>
          <p:cNvSpPr>
            <a:spLocks noGrp="1"/>
          </p:cNvSpPr>
          <p:nvPr>
            <p:ph type="sldNum" sz="quarter" idx="12"/>
          </p:nvPr>
        </p:nvSpPr>
        <p:spPr/>
        <p:txBody>
          <a:bodyPr/>
          <a:lstStyle/>
          <a:p>
            <a:fld id="{83A1BD46-1426-9B4F-8BC5-83834DB3D1C8}" type="slidenum">
              <a:rPr lang="en-US" smtClean="0"/>
              <a:t>‹#›</a:t>
            </a:fld>
            <a:endParaRPr lang="en-US"/>
          </a:p>
        </p:txBody>
      </p:sp>
    </p:spTree>
    <p:extLst>
      <p:ext uri="{BB962C8B-B14F-4D97-AF65-F5344CB8AC3E}">
        <p14:creationId xmlns:p14="http://schemas.microsoft.com/office/powerpoint/2010/main" val="3480085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9EF46-070C-F546-5307-D518FD5471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9A8AC6-A665-7184-7A17-DD20CCC45CF0}"/>
              </a:ext>
            </a:extLst>
          </p:cNvPr>
          <p:cNvSpPr>
            <a:spLocks noGrp="1"/>
          </p:cNvSpPr>
          <p:nvPr>
            <p:ph type="dt" sz="half" idx="10"/>
          </p:nvPr>
        </p:nvSpPr>
        <p:spPr/>
        <p:txBody>
          <a:bodyPr/>
          <a:lstStyle/>
          <a:p>
            <a:fld id="{4C1B8599-6B9F-2549-81A9-735C98BDFB4A}" type="datetimeFigureOut">
              <a:rPr lang="en-US" smtClean="0"/>
              <a:t>6/20/25</a:t>
            </a:fld>
            <a:endParaRPr lang="en-US"/>
          </a:p>
        </p:txBody>
      </p:sp>
      <p:sp>
        <p:nvSpPr>
          <p:cNvPr id="4" name="Footer Placeholder 3">
            <a:extLst>
              <a:ext uri="{FF2B5EF4-FFF2-40B4-BE49-F238E27FC236}">
                <a16:creationId xmlns:a16="http://schemas.microsoft.com/office/drawing/2014/main" id="{D10F41E5-4FA8-FC49-051A-7C24F9AC03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CAA524-44D5-FE7F-E668-326057E09BDA}"/>
              </a:ext>
            </a:extLst>
          </p:cNvPr>
          <p:cNvSpPr>
            <a:spLocks noGrp="1"/>
          </p:cNvSpPr>
          <p:nvPr>
            <p:ph type="sldNum" sz="quarter" idx="12"/>
          </p:nvPr>
        </p:nvSpPr>
        <p:spPr/>
        <p:txBody>
          <a:bodyPr/>
          <a:lstStyle/>
          <a:p>
            <a:fld id="{83A1BD46-1426-9B4F-8BC5-83834DB3D1C8}" type="slidenum">
              <a:rPr lang="en-US" smtClean="0"/>
              <a:t>‹#›</a:t>
            </a:fld>
            <a:endParaRPr lang="en-US"/>
          </a:p>
        </p:txBody>
      </p:sp>
    </p:spTree>
    <p:extLst>
      <p:ext uri="{BB962C8B-B14F-4D97-AF65-F5344CB8AC3E}">
        <p14:creationId xmlns:p14="http://schemas.microsoft.com/office/powerpoint/2010/main" val="1652693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7C8393-06FE-34B7-5374-018C27009CAC}"/>
              </a:ext>
            </a:extLst>
          </p:cNvPr>
          <p:cNvSpPr>
            <a:spLocks noGrp="1"/>
          </p:cNvSpPr>
          <p:nvPr>
            <p:ph type="dt" sz="half" idx="10"/>
          </p:nvPr>
        </p:nvSpPr>
        <p:spPr/>
        <p:txBody>
          <a:bodyPr/>
          <a:lstStyle/>
          <a:p>
            <a:fld id="{4C1B8599-6B9F-2549-81A9-735C98BDFB4A}" type="datetimeFigureOut">
              <a:rPr lang="en-US" smtClean="0"/>
              <a:t>6/20/25</a:t>
            </a:fld>
            <a:endParaRPr lang="en-US"/>
          </a:p>
        </p:txBody>
      </p:sp>
      <p:sp>
        <p:nvSpPr>
          <p:cNvPr id="3" name="Footer Placeholder 2">
            <a:extLst>
              <a:ext uri="{FF2B5EF4-FFF2-40B4-BE49-F238E27FC236}">
                <a16:creationId xmlns:a16="http://schemas.microsoft.com/office/drawing/2014/main" id="{3FDE3AD0-618D-3F4B-1C1B-E2E5BB47CA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B287E6-5381-1DF5-A5B1-58BD530C6D31}"/>
              </a:ext>
            </a:extLst>
          </p:cNvPr>
          <p:cNvSpPr>
            <a:spLocks noGrp="1"/>
          </p:cNvSpPr>
          <p:nvPr>
            <p:ph type="sldNum" sz="quarter" idx="12"/>
          </p:nvPr>
        </p:nvSpPr>
        <p:spPr/>
        <p:txBody>
          <a:bodyPr/>
          <a:lstStyle/>
          <a:p>
            <a:fld id="{83A1BD46-1426-9B4F-8BC5-83834DB3D1C8}" type="slidenum">
              <a:rPr lang="en-US" smtClean="0"/>
              <a:t>‹#›</a:t>
            </a:fld>
            <a:endParaRPr lang="en-US"/>
          </a:p>
        </p:txBody>
      </p:sp>
    </p:spTree>
    <p:extLst>
      <p:ext uri="{BB962C8B-B14F-4D97-AF65-F5344CB8AC3E}">
        <p14:creationId xmlns:p14="http://schemas.microsoft.com/office/powerpoint/2010/main" val="1183763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CA2C9-BC33-155A-28CE-71AB71B8DE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7DDD71-D29C-27C2-872C-03BF728DFE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DCBE01-0926-6CB0-57D0-88BD3597B7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BC74E4-6DCB-6EE6-7214-556FBB0E700F}"/>
              </a:ext>
            </a:extLst>
          </p:cNvPr>
          <p:cNvSpPr>
            <a:spLocks noGrp="1"/>
          </p:cNvSpPr>
          <p:nvPr>
            <p:ph type="dt" sz="half" idx="10"/>
          </p:nvPr>
        </p:nvSpPr>
        <p:spPr/>
        <p:txBody>
          <a:bodyPr/>
          <a:lstStyle/>
          <a:p>
            <a:fld id="{4C1B8599-6B9F-2549-81A9-735C98BDFB4A}" type="datetimeFigureOut">
              <a:rPr lang="en-US" smtClean="0"/>
              <a:t>6/20/25</a:t>
            </a:fld>
            <a:endParaRPr lang="en-US"/>
          </a:p>
        </p:txBody>
      </p:sp>
      <p:sp>
        <p:nvSpPr>
          <p:cNvPr id="6" name="Footer Placeholder 5">
            <a:extLst>
              <a:ext uri="{FF2B5EF4-FFF2-40B4-BE49-F238E27FC236}">
                <a16:creationId xmlns:a16="http://schemas.microsoft.com/office/drawing/2014/main" id="{3BB4265F-AC66-6CA3-3BCE-5A1CD5B71F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56EAAC-8FE0-C37E-B872-1CCB4636796C}"/>
              </a:ext>
            </a:extLst>
          </p:cNvPr>
          <p:cNvSpPr>
            <a:spLocks noGrp="1"/>
          </p:cNvSpPr>
          <p:nvPr>
            <p:ph type="sldNum" sz="quarter" idx="12"/>
          </p:nvPr>
        </p:nvSpPr>
        <p:spPr/>
        <p:txBody>
          <a:bodyPr/>
          <a:lstStyle/>
          <a:p>
            <a:fld id="{83A1BD46-1426-9B4F-8BC5-83834DB3D1C8}" type="slidenum">
              <a:rPr lang="en-US" smtClean="0"/>
              <a:t>‹#›</a:t>
            </a:fld>
            <a:endParaRPr lang="en-US"/>
          </a:p>
        </p:txBody>
      </p:sp>
    </p:spTree>
    <p:extLst>
      <p:ext uri="{BB962C8B-B14F-4D97-AF65-F5344CB8AC3E}">
        <p14:creationId xmlns:p14="http://schemas.microsoft.com/office/powerpoint/2010/main" val="1884806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56853-03E8-5A58-AD34-EEFEE918BA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0D46AA-4609-43D4-CDFE-E9E8612487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794129-E11E-D4E5-04FE-B873E64119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7705CD-A250-798C-56AC-CB1141931E7E}"/>
              </a:ext>
            </a:extLst>
          </p:cNvPr>
          <p:cNvSpPr>
            <a:spLocks noGrp="1"/>
          </p:cNvSpPr>
          <p:nvPr>
            <p:ph type="dt" sz="half" idx="10"/>
          </p:nvPr>
        </p:nvSpPr>
        <p:spPr/>
        <p:txBody>
          <a:bodyPr/>
          <a:lstStyle/>
          <a:p>
            <a:fld id="{4C1B8599-6B9F-2549-81A9-735C98BDFB4A}" type="datetimeFigureOut">
              <a:rPr lang="en-US" smtClean="0"/>
              <a:t>6/20/25</a:t>
            </a:fld>
            <a:endParaRPr lang="en-US"/>
          </a:p>
        </p:txBody>
      </p:sp>
      <p:sp>
        <p:nvSpPr>
          <p:cNvPr id="6" name="Footer Placeholder 5">
            <a:extLst>
              <a:ext uri="{FF2B5EF4-FFF2-40B4-BE49-F238E27FC236}">
                <a16:creationId xmlns:a16="http://schemas.microsoft.com/office/drawing/2014/main" id="{5DDAD592-40B6-4A31-18A9-0FD52A311A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4E9B40-A5F6-68DF-A0FE-973DE687F11E}"/>
              </a:ext>
            </a:extLst>
          </p:cNvPr>
          <p:cNvSpPr>
            <a:spLocks noGrp="1"/>
          </p:cNvSpPr>
          <p:nvPr>
            <p:ph type="sldNum" sz="quarter" idx="12"/>
          </p:nvPr>
        </p:nvSpPr>
        <p:spPr/>
        <p:txBody>
          <a:bodyPr/>
          <a:lstStyle/>
          <a:p>
            <a:fld id="{83A1BD46-1426-9B4F-8BC5-83834DB3D1C8}" type="slidenum">
              <a:rPr lang="en-US" smtClean="0"/>
              <a:t>‹#›</a:t>
            </a:fld>
            <a:endParaRPr lang="en-US"/>
          </a:p>
        </p:txBody>
      </p:sp>
    </p:spTree>
    <p:extLst>
      <p:ext uri="{BB962C8B-B14F-4D97-AF65-F5344CB8AC3E}">
        <p14:creationId xmlns:p14="http://schemas.microsoft.com/office/powerpoint/2010/main" val="3114835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8D42B-C30D-2EB8-09BD-8D4419A601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78D83A-B7B2-7161-8BEE-4848A5454E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12F765-95E5-B95F-5B55-91DC7E839222}"/>
              </a:ext>
            </a:extLst>
          </p:cNvPr>
          <p:cNvSpPr>
            <a:spLocks noGrp="1"/>
          </p:cNvSpPr>
          <p:nvPr>
            <p:ph type="dt" sz="half" idx="10"/>
          </p:nvPr>
        </p:nvSpPr>
        <p:spPr/>
        <p:txBody>
          <a:bodyPr/>
          <a:lstStyle/>
          <a:p>
            <a:fld id="{4C1B8599-6B9F-2549-81A9-735C98BDFB4A}" type="datetimeFigureOut">
              <a:rPr lang="en-US" smtClean="0"/>
              <a:t>6/20/25</a:t>
            </a:fld>
            <a:endParaRPr lang="en-US"/>
          </a:p>
        </p:txBody>
      </p:sp>
      <p:sp>
        <p:nvSpPr>
          <p:cNvPr id="5" name="Footer Placeholder 4">
            <a:extLst>
              <a:ext uri="{FF2B5EF4-FFF2-40B4-BE49-F238E27FC236}">
                <a16:creationId xmlns:a16="http://schemas.microsoft.com/office/drawing/2014/main" id="{F80D1D6F-990E-62E9-B735-0524EEF287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499601-E753-124F-FAB7-80A4453C9BF8}"/>
              </a:ext>
            </a:extLst>
          </p:cNvPr>
          <p:cNvSpPr>
            <a:spLocks noGrp="1"/>
          </p:cNvSpPr>
          <p:nvPr>
            <p:ph type="sldNum" sz="quarter" idx="12"/>
          </p:nvPr>
        </p:nvSpPr>
        <p:spPr/>
        <p:txBody>
          <a:bodyPr/>
          <a:lstStyle/>
          <a:p>
            <a:fld id="{83A1BD46-1426-9B4F-8BC5-83834DB3D1C8}" type="slidenum">
              <a:rPr lang="en-US" smtClean="0"/>
              <a:t>‹#›</a:t>
            </a:fld>
            <a:endParaRPr lang="en-US"/>
          </a:p>
        </p:txBody>
      </p:sp>
    </p:spTree>
    <p:extLst>
      <p:ext uri="{BB962C8B-B14F-4D97-AF65-F5344CB8AC3E}">
        <p14:creationId xmlns:p14="http://schemas.microsoft.com/office/powerpoint/2010/main" val="280775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0BC77F-58CC-A93E-347B-968E52CD4B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A0C019-643B-4D3C-D339-F979F4734C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3AD68F-D6A0-64F8-27D8-7E51C8BF9B8C}"/>
              </a:ext>
            </a:extLst>
          </p:cNvPr>
          <p:cNvSpPr>
            <a:spLocks noGrp="1"/>
          </p:cNvSpPr>
          <p:nvPr>
            <p:ph type="dt" sz="half" idx="10"/>
          </p:nvPr>
        </p:nvSpPr>
        <p:spPr/>
        <p:txBody>
          <a:bodyPr/>
          <a:lstStyle/>
          <a:p>
            <a:fld id="{4C1B8599-6B9F-2549-81A9-735C98BDFB4A}" type="datetimeFigureOut">
              <a:rPr lang="en-US" smtClean="0"/>
              <a:t>6/20/25</a:t>
            </a:fld>
            <a:endParaRPr lang="en-US"/>
          </a:p>
        </p:txBody>
      </p:sp>
      <p:sp>
        <p:nvSpPr>
          <p:cNvPr id="5" name="Footer Placeholder 4">
            <a:extLst>
              <a:ext uri="{FF2B5EF4-FFF2-40B4-BE49-F238E27FC236}">
                <a16:creationId xmlns:a16="http://schemas.microsoft.com/office/drawing/2014/main" id="{381E1EBF-73D1-8418-1FDF-00DC5C15D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56675-3993-41B2-76FB-CA48BFFED8D7}"/>
              </a:ext>
            </a:extLst>
          </p:cNvPr>
          <p:cNvSpPr>
            <a:spLocks noGrp="1"/>
          </p:cNvSpPr>
          <p:nvPr>
            <p:ph type="sldNum" sz="quarter" idx="12"/>
          </p:nvPr>
        </p:nvSpPr>
        <p:spPr/>
        <p:txBody>
          <a:bodyPr/>
          <a:lstStyle/>
          <a:p>
            <a:fld id="{83A1BD46-1426-9B4F-8BC5-83834DB3D1C8}" type="slidenum">
              <a:rPr lang="en-US" smtClean="0"/>
              <a:t>‹#›</a:t>
            </a:fld>
            <a:endParaRPr lang="en-US"/>
          </a:p>
        </p:txBody>
      </p:sp>
    </p:spTree>
    <p:extLst>
      <p:ext uri="{BB962C8B-B14F-4D97-AF65-F5344CB8AC3E}">
        <p14:creationId xmlns:p14="http://schemas.microsoft.com/office/powerpoint/2010/main" val="2921202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92AC70-ECC5-8D1E-B633-FC3AAAF6AE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8FEF22-54C5-2B9E-782E-FEA8C42FD3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E03801-30AD-46C2-477D-59C350B4EE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1B8599-6B9F-2549-81A9-735C98BDFB4A}" type="datetimeFigureOut">
              <a:rPr lang="en-US" smtClean="0"/>
              <a:t>6/20/25</a:t>
            </a:fld>
            <a:endParaRPr lang="en-US"/>
          </a:p>
        </p:txBody>
      </p:sp>
      <p:sp>
        <p:nvSpPr>
          <p:cNvPr id="5" name="Footer Placeholder 4">
            <a:extLst>
              <a:ext uri="{FF2B5EF4-FFF2-40B4-BE49-F238E27FC236}">
                <a16:creationId xmlns:a16="http://schemas.microsoft.com/office/drawing/2014/main" id="{CD6BA55E-39F1-E095-EAA9-53AF2034C6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22AC02F-4D1C-0177-956A-7A87A16548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A1BD46-1426-9B4F-8BC5-83834DB3D1C8}" type="slidenum">
              <a:rPr lang="en-US" smtClean="0"/>
              <a:t>‹#›</a:t>
            </a:fld>
            <a:endParaRPr lang="en-US"/>
          </a:p>
        </p:txBody>
      </p:sp>
    </p:spTree>
    <p:extLst>
      <p:ext uri="{BB962C8B-B14F-4D97-AF65-F5344CB8AC3E}">
        <p14:creationId xmlns:p14="http://schemas.microsoft.com/office/powerpoint/2010/main" val="33045756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youtu.be/ul8cRLIP_Vk?t=455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youtu.be/ul8cRLIP_Vk?t=7354"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youtu.be/ul8cRLIP_Vk?t=776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F2C17-31E7-5E36-4C2F-2247B313FB07}"/>
              </a:ext>
            </a:extLst>
          </p:cNvPr>
          <p:cNvSpPr>
            <a:spLocks noGrp="1"/>
          </p:cNvSpPr>
          <p:nvPr>
            <p:ph type="ctrTitle"/>
          </p:nvPr>
        </p:nvSpPr>
        <p:spPr/>
        <p:txBody>
          <a:bodyPr/>
          <a:lstStyle/>
          <a:p>
            <a:r>
              <a:rPr lang="en-US" dirty="0"/>
              <a:t>Unit 9</a:t>
            </a:r>
          </a:p>
        </p:txBody>
      </p:sp>
      <p:sp>
        <p:nvSpPr>
          <p:cNvPr id="3" name="Subtitle 2">
            <a:extLst>
              <a:ext uri="{FF2B5EF4-FFF2-40B4-BE49-F238E27FC236}">
                <a16:creationId xmlns:a16="http://schemas.microsoft.com/office/drawing/2014/main" id="{FCE227A6-FB72-CCBF-5E70-078B58953407}"/>
              </a:ext>
            </a:extLst>
          </p:cNvPr>
          <p:cNvSpPr>
            <a:spLocks noGrp="1"/>
          </p:cNvSpPr>
          <p:nvPr>
            <p:ph type="subTitle" idx="1"/>
          </p:nvPr>
        </p:nvSpPr>
        <p:spPr/>
        <p:txBody>
          <a:bodyPr/>
          <a:lstStyle/>
          <a:p>
            <a:r>
              <a:rPr lang="en-US" dirty="0"/>
              <a:t>Decision Analytics</a:t>
            </a:r>
          </a:p>
        </p:txBody>
      </p:sp>
    </p:spTree>
    <p:extLst>
      <p:ext uri="{BB962C8B-B14F-4D97-AF65-F5344CB8AC3E}">
        <p14:creationId xmlns:p14="http://schemas.microsoft.com/office/powerpoint/2010/main" val="2334077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B0DE5-17A5-2A5B-CC68-7F6B0D3E3EB8}"/>
              </a:ext>
            </a:extLst>
          </p:cNvPr>
          <p:cNvSpPr>
            <a:spLocks noGrp="1"/>
          </p:cNvSpPr>
          <p:nvPr>
            <p:ph type="title"/>
          </p:nvPr>
        </p:nvSpPr>
        <p:spPr/>
        <p:txBody>
          <a:bodyPr/>
          <a:lstStyle/>
          <a:p>
            <a:r>
              <a:rPr lang="en-US" dirty="0"/>
              <a:t>Activity 1</a:t>
            </a:r>
          </a:p>
        </p:txBody>
      </p:sp>
      <p:sp>
        <p:nvSpPr>
          <p:cNvPr id="3" name="Content Placeholder 2">
            <a:extLst>
              <a:ext uri="{FF2B5EF4-FFF2-40B4-BE49-F238E27FC236}">
                <a16:creationId xmlns:a16="http://schemas.microsoft.com/office/drawing/2014/main" id="{7B427364-8250-3FD2-7682-CEDDABA56889}"/>
              </a:ext>
            </a:extLst>
          </p:cNvPr>
          <p:cNvSpPr>
            <a:spLocks noGrp="1"/>
          </p:cNvSpPr>
          <p:nvPr>
            <p:ph idx="1"/>
          </p:nvPr>
        </p:nvSpPr>
        <p:spPr/>
        <p:txBody>
          <a:bodyPr/>
          <a:lstStyle/>
          <a:p>
            <a:r>
              <a:rPr lang="en-US" dirty="0"/>
              <a:t>In Live  Session for Unit 8, you worked on fitting three or four different models to the Readmit Data.  </a:t>
            </a:r>
          </a:p>
          <a:p>
            <a:r>
              <a:rPr lang="en-US" dirty="0"/>
              <a:t>This assignment is included for reference on the next slide.  </a:t>
            </a:r>
          </a:p>
          <a:p>
            <a:pPr marL="0" indent="0">
              <a:buNone/>
            </a:pPr>
            <a:endParaRPr lang="en-US" dirty="0"/>
          </a:p>
        </p:txBody>
      </p:sp>
    </p:spTree>
    <p:extLst>
      <p:ext uri="{BB962C8B-B14F-4D97-AF65-F5344CB8AC3E}">
        <p14:creationId xmlns:p14="http://schemas.microsoft.com/office/powerpoint/2010/main" val="1364917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9CAF3-31E1-96E2-D64D-896E2E043C30}"/>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1ED1FC37-912B-188E-6313-4220D477A337}"/>
              </a:ext>
            </a:extLst>
          </p:cNvPr>
          <p:cNvSpPr>
            <a:spLocks noGrp="1"/>
          </p:cNvSpPr>
          <p:nvPr>
            <p:ph idx="1"/>
          </p:nvPr>
        </p:nvSpPr>
        <p:spPr>
          <a:xfrm>
            <a:off x="838200" y="1617116"/>
            <a:ext cx="10515600" cy="4802187"/>
          </a:xfrm>
        </p:spPr>
        <p:txBody>
          <a:bodyPr>
            <a:normAutofit fontScale="62500" lnSpcReduction="20000"/>
          </a:bodyPr>
          <a:lstStyle/>
          <a:p>
            <a:r>
              <a:rPr lang="en-US" dirty="0"/>
              <a:t>Meet your Group</a:t>
            </a:r>
          </a:p>
          <a:p>
            <a:r>
              <a:rPr lang="en-US" dirty="0"/>
              <a:t>Spend some time with the data.  Just peruse, visualize and discuss.</a:t>
            </a:r>
          </a:p>
          <a:p>
            <a:r>
              <a:rPr lang="en-US" dirty="0"/>
              <a:t>You have 3 or 4 people in your group.  Each group member use ChatGPT or Gemini or other LLM fit the models below.  Ask it to evaluate the model based on accuracy, sensitivity, specificity, AUC and F1 score.  Also ask it to generate the R or Python code to generate these statistics.  </a:t>
            </a:r>
          </a:p>
          <a:p>
            <a:pPr lvl="1"/>
            <a:r>
              <a:rPr lang="en-US" dirty="0"/>
              <a:t>Fit a Logistic Regression Model</a:t>
            </a:r>
          </a:p>
          <a:p>
            <a:pPr lvl="1"/>
            <a:r>
              <a:rPr lang="en-US" dirty="0"/>
              <a:t>Fit a Normal Random Forest Model</a:t>
            </a:r>
          </a:p>
          <a:p>
            <a:pPr lvl="1"/>
            <a:r>
              <a:rPr lang="en-US" dirty="0"/>
              <a:t>Fit an </a:t>
            </a:r>
            <a:r>
              <a:rPr lang="en-US" dirty="0" err="1"/>
              <a:t>XGBoost</a:t>
            </a:r>
            <a:r>
              <a:rPr lang="en-US" dirty="0"/>
              <a:t> Random Forest Model</a:t>
            </a:r>
          </a:p>
          <a:p>
            <a:pPr lvl="1"/>
            <a:r>
              <a:rPr lang="en-US" dirty="0"/>
              <a:t>Fit a Neural Network Based Model</a:t>
            </a:r>
          </a:p>
          <a:p>
            <a:r>
              <a:rPr lang="en-US" dirty="0"/>
              <a:t>Use the code generated above to validate the calculations coming out of ChatGPT</a:t>
            </a:r>
          </a:p>
          <a:p>
            <a:r>
              <a:rPr lang="en-US" dirty="0"/>
              <a:t>Use your model to assess the association of the the most significant variable in your model.</a:t>
            </a:r>
          </a:p>
          <a:p>
            <a:r>
              <a:rPr lang="en-US" dirty="0"/>
              <a:t>Using the default format in PowerPoint, make a group PowerPoint presentation that includes:</a:t>
            </a:r>
          </a:p>
          <a:p>
            <a:pPr lvl="1"/>
            <a:r>
              <a:rPr lang="en-US" dirty="0"/>
              <a:t>Title Slide</a:t>
            </a:r>
          </a:p>
          <a:p>
            <a:pPr lvl="1"/>
            <a:r>
              <a:rPr lang="en-US" dirty="0"/>
              <a:t>One slide describing the results of each team member. </a:t>
            </a:r>
          </a:p>
          <a:p>
            <a:pPr lvl="1"/>
            <a:r>
              <a:rPr lang="en-US" dirty="0"/>
              <a:t>A slide at the end comparing the results based on accuracy, sensitivity, specificity, AUC and F1 score</a:t>
            </a:r>
          </a:p>
          <a:p>
            <a:pPr lvl="1"/>
            <a:r>
              <a:rPr lang="en-US" dirty="0"/>
              <a:t>A conclusion slide that thanks the audience and prompts for questions. </a:t>
            </a:r>
          </a:p>
          <a:p>
            <a:pPr lvl="1"/>
            <a:r>
              <a:rPr lang="en-US" dirty="0"/>
              <a:t>Make sure that each slide has a similar look and feel… same format … same font … no grammar error or misspellings. </a:t>
            </a:r>
          </a:p>
          <a:p>
            <a:r>
              <a:rPr lang="en-US" dirty="0"/>
              <a:t>Practice if you have time … you will have 5 minutes to present your findings.  1 minute for opening and closing and 1 minute each for each presenter.  </a:t>
            </a:r>
          </a:p>
          <a:p>
            <a:pPr marL="457200" lvl="1" indent="0">
              <a:buNone/>
            </a:pPr>
            <a:endParaRPr lang="en-US" dirty="0"/>
          </a:p>
          <a:p>
            <a:pPr lvl="1"/>
            <a:endParaRPr lang="en-US" dirty="0"/>
          </a:p>
          <a:p>
            <a:endParaRPr lang="en-US" dirty="0"/>
          </a:p>
          <a:p>
            <a:endParaRPr lang="en-US" dirty="0"/>
          </a:p>
        </p:txBody>
      </p:sp>
    </p:spTree>
    <p:extLst>
      <p:ext uri="{BB962C8B-B14F-4D97-AF65-F5344CB8AC3E}">
        <p14:creationId xmlns:p14="http://schemas.microsoft.com/office/powerpoint/2010/main" val="241921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500"/>
                                        <p:tgtEl>
                                          <p:spTgt spid="3">
                                            <p:txEl>
                                              <p:pRg st="11" end="11"/>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animEffect transition="in" filter="fade">
                                      <p:cBhvr>
                                        <p:cTn id="53" dur="500"/>
                                        <p:tgtEl>
                                          <p:spTgt spid="3">
                                            <p:txEl>
                                              <p:pRg st="12" end="12"/>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
                                            <p:txEl>
                                              <p:pRg st="13" end="13"/>
                                            </p:txEl>
                                          </p:spTgt>
                                        </p:tgtEl>
                                        <p:attrNameLst>
                                          <p:attrName>style.visibility</p:attrName>
                                        </p:attrNameLst>
                                      </p:cBhvr>
                                      <p:to>
                                        <p:strVal val="visible"/>
                                      </p:to>
                                    </p:set>
                                    <p:animEffect transition="in" filter="fade">
                                      <p:cBhvr>
                                        <p:cTn id="56" dur="500"/>
                                        <p:tgtEl>
                                          <p:spTgt spid="3">
                                            <p:txEl>
                                              <p:pRg st="13" end="13"/>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animEffect transition="in" filter="fade">
                                      <p:cBhvr>
                                        <p:cTn id="59" dur="500"/>
                                        <p:tgtEl>
                                          <p:spTgt spid="3">
                                            <p:txEl>
                                              <p:pRg st="14" end="14"/>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
                                            <p:txEl>
                                              <p:pRg st="15" end="15"/>
                                            </p:txEl>
                                          </p:spTgt>
                                        </p:tgtEl>
                                        <p:attrNameLst>
                                          <p:attrName>style.visibility</p:attrName>
                                        </p:attrNameLst>
                                      </p:cBhvr>
                                      <p:to>
                                        <p:strVal val="visible"/>
                                      </p:to>
                                    </p:set>
                                    <p:animEffect transition="in" filter="fade">
                                      <p:cBhvr>
                                        <p:cTn id="64"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D45A7-E72F-274A-2DF0-E48B97FCB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281FD-7AAD-75FA-E737-8D8A0F11F5EA}"/>
              </a:ext>
            </a:extLst>
          </p:cNvPr>
          <p:cNvSpPr>
            <a:spLocks noGrp="1"/>
          </p:cNvSpPr>
          <p:nvPr>
            <p:ph type="title"/>
          </p:nvPr>
        </p:nvSpPr>
        <p:spPr/>
        <p:txBody>
          <a:bodyPr/>
          <a:lstStyle/>
          <a:p>
            <a:r>
              <a:rPr lang="en-US" dirty="0"/>
              <a:t>Activity 1</a:t>
            </a:r>
          </a:p>
        </p:txBody>
      </p:sp>
      <p:sp>
        <p:nvSpPr>
          <p:cNvPr id="3" name="Content Placeholder 2">
            <a:extLst>
              <a:ext uri="{FF2B5EF4-FFF2-40B4-BE49-F238E27FC236}">
                <a16:creationId xmlns:a16="http://schemas.microsoft.com/office/drawing/2014/main" id="{A7598549-AA96-42AD-3793-86AD73BAD486}"/>
              </a:ext>
            </a:extLst>
          </p:cNvPr>
          <p:cNvSpPr>
            <a:spLocks noGrp="1"/>
          </p:cNvSpPr>
          <p:nvPr>
            <p:ph idx="1"/>
          </p:nvPr>
        </p:nvSpPr>
        <p:spPr/>
        <p:txBody>
          <a:bodyPr/>
          <a:lstStyle/>
          <a:p>
            <a:r>
              <a:rPr lang="en-US" dirty="0"/>
              <a:t>For Unit 9 Live Session, please add a slide to your presentation that addresses the business case / business value that could be derived from this analysis.  </a:t>
            </a:r>
          </a:p>
          <a:p>
            <a:r>
              <a:rPr lang="en-US" dirty="0"/>
              <a:t>Please see the next slide for the details.  </a:t>
            </a:r>
          </a:p>
          <a:p>
            <a:pPr marL="0" indent="0">
              <a:buNone/>
            </a:pPr>
            <a:endParaRPr lang="en-US" dirty="0"/>
          </a:p>
        </p:txBody>
      </p:sp>
    </p:spTree>
    <p:extLst>
      <p:ext uri="{BB962C8B-B14F-4D97-AF65-F5344CB8AC3E}">
        <p14:creationId xmlns:p14="http://schemas.microsoft.com/office/powerpoint/2010/main" val="398820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61DA-F1C7-9B88-2650-9E10818B6F43}"/>
              </a:ext>
            </a:extLst>
          </p:cNvPr>
          <p:cNvSpPr>
            <a:spLocks noGrp="1"/>
          </p:cNvSpPr>
          <p:nvPr>
            <p:ph type="title"/>
          </p:nvPr>
        </p:nvSpPr>
        <p:spPr/>
        <p:txBody>
          <a:bodyPr/>
          <a:lstStyle/>
          <a:p>
            <a:r>
              <a:rPr lang="en-US" dirty="0"/>
              <a:t>Follow Up! </a:t>
            </a:r>
            <a:r>
              <a:rPr lang="en-US" dirty="0">
                <a:sym typeface="Wingdings" pitchFamily="2" charset="2"/>
              </a:rPr>
              <a:t> </a:t>
            </a:r>
            <a:endParaRPr lang="en-US" dirty="0"/>
          </a:p>
        </p:txBody>
      </p:sp>
      <p:sp>
        <p:nvSpPr>
          <p:cNvPr id="3" name="Content Placeholder 2">
            <a:extLst>
              <a:ext uri="{FF2B5EF4-FFF2-40B4-BE49-F238E27FC236}">
                <a16:creationId xmlns:a16="http://schemas.microsoft.com/office/drawing/2014/main" id="{8AAE076E-39C2-357E-48BE-B5ACE6B42361}"/>
              </a:ext>
            </a:extLst>
          </p:cNvPr>
          <p:cNvSpPr>
            <a:spLocks noGrp="1"/>
          </p:cNvSpPr>
          <p:nvPr>
            <p:ph idx="1"/>
          </p:nvPr>
        </p:nvSpPr>
        <p:spPr/>
        <p:txBody>
          <a:bodyPr>
            <a:normAutofit lnSpcReduction="10000"/>
          </a:bodyPr>
          <a:lstStyle/>
          <a:p>
            <a:r>
              <a:rPr lang="en-US" dirty="0"/>
              <a:t>Many if not most presentations to the C-Suite consist of answering two questions:</a:t>
            </a:r>
          </a:p>
          <a:p>
            <a:pPr marL="1428750" lvl="2" indent="-514350">
              <a:buFont typeface="+mj-lt"/>
              <a:buAutoNum type="arabicPeriod"/>
            </a:pPr>
            <a:r>
              <a:rPr lang="en-US" dirty="0"/>
              <a:t>What specifically do I need to do to create value? </a:t>
            </a:r>
          </a:p>
          <a:p>
            <a:pPr marL="1428750" lvl="2" indent="-514350">
              <a:buFont typeface="+mj-lt"/>
              <a:buAutoNum type="arabicPeriod"/>
            </a:pPr>
            <a:r>
              <a:rPr lang="en-US" dirty="0"/>
              <a:t>How much value will it create?  </a:t>
            </a:r>
          </a:p>
          <a:p>
            <a:pPr marL="1885950" lvl="3" indent="-514350">
              <a:buFont typeface="+mj-lt"/>
              <a:buAutoNum type="arabicPeriod"/>
            </a:pPr>
            <a:r>
              <a:rPr lang="en-US" dirty="0"/>
              <a:t>How many lives will it save?</a:t>
            </a:r>
          </a:p>
          <a:p>
            <a:pPr marL="1885950" lvl="3" indent="-514350">
              <a:buFont typeface="+mj-lt"/>
              <a:buAutoNum type="arabicPeriod"/>
            </a:pPr>
            <a:r>
              <a:rPr lang="en-US" dirty="0"/>
              <a:t>or … How much money will it save or make?  </a:t>
            </a:r>
          </a:p>
          <a:p>
            <a:pPr marL="1885950" lvl="3" indent="-514350">
              <a:buFont typeface="+mj-lt"/>
              <a:buAutoNum type="arabicPeriod"/>
            </a:pPr>
            <a:r>
              <a:rPr lang="en-US" dirty="0"/>
              <a:t>or … How much time will it save or create?</a:t>
            </a:r>
          </a:p>
          <a:p>
            <a:pPr marL="1885950" lvl="3" indent="-514350">
              <a:buFont typeface="+mj-lt"/>
              <a:buAutoNum type="arabicPeriod"/>
            </a:pPr>
            <a:endParaRPr lang="en-US" dirty="0"/>
          </a:p>
          <a:p>
            <a:pPr marL="1885950" lvl="3" indent="-514350">
              <a:buFont typeface="+mj-lt"/>
              <a:buAutoNum type="arabicPeriod"/>
            </a:pPr>
            <a:r>
              <a:rPr lang="en-US" dirty="0"/>
              <a:t>Your final goal is to make one slide and place it between the summary slide and the conclusion slide that make a business case to the C-Suite … that is … answers questions 1 and 2 above. </a:t>
            </a:r>
          </a:p>
          <a:p>
            <a:pPr marL="1885950" lvl="3" indent="-514350">
              <a:buFont typeface="+mj-lt"/>
              <a:buAutoNum type="arabicPeriod"/>
            </a:pPr>
            <a:r>
              <a:rPr lang="en-US" b="1" dirty="0"/>
              <a:t>Valuable Information:  </a:t>
            </a:r>
            <a:r>
              <a:rPr lang="en-US" dirty="0"/>
              <a:t>Each re-admit costs $150,000 due to longer ICU stays and more involved treatment on average.  However, the hospital can hold the patient for another 5 days for $10,000 to reduce the chance of a readmit.  </a:t>
            </a:r>
          </a:p>
        </p:txBody>
      </p:sp>
    </p:spTree>
    <p:extLst>
      <p:ext uri="{BB962C8B-B14F-4D97-AF65-F5344CB8AC3E}">
        <p14:creationId xmlns:p14="http://schemas.microsoft.com/office/powerpoint/2010/main" val="3366188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AA1BD-F735-06FE-1A47-4B6F4142968C}"/>
              </a:ext>
            </a:extLst>
          </p:cNvPr>
          <p:cNvSpPr>
            <a:spLocks noGrp="1"/>
          </p:cNvSpPr>
          <p:nvPr>
            <p:ph type="title"/>
          </p:nvPr>
        </p:nvSpPr>
        <p:spPr/>
        <p:txBody>
          <a:bodyPr/>
          <a:lstStyle/>
          <a:p>
            <a:r>
              <a:rPr lang="en-US" dirty="0"/>
              <a:t>Activity 2: Databricks Keynote!</a:t>
            </a:r>
          </a:p>
        </p:txBody>
      </p:sp>
      <p:sp>
        <p:nvSpPr>
          <p:cNvPr id="3" name="Content Placeholder 2">
            <a:extLst>
              <a:ext uri="{FF2B5EF4-FFF2-40B4-BE49-F238E27FC236}">
                <a16:creationId xmlns:a16="http://schemas.microsoft.com/office/drawing/2014/main" id="{EE8CEEB5-9629-BAE1-D2DC-0A5B2613BD82}"/>
              </a:ext>
            </a:extLst>
          </p:cNvPr>
          <p:cNvSpPr>
            <a:spLocks noGrp="1"/>
          </p:cNvSpPr>
          <p:nvPr>
            <p:ph idx="1"/>
          </p:nvPr>
        </p:nvSpPr>
        <p:spPr>
          <a:xfrm>
            <a:off x="246993" y="5769346"/>
            <a:ext cx="11698014" cy="872359"/>
          </a:xfrm>
        </p:spPr>
        <p:txBody>
          <a:bodyPr>
            <a:normAutofit fontScale="85000" lnSpcReduction="10000"/>
          </a:bodyPr>
          <a:lstStyle/>
          <a:p>
            <a:pPr marL="0" indent="0" algn="ctr">
              <a:buNone/>
            </a:pPr>
            <a:r>
              <a:rPr lang="en-US" dirty="0"/>
              <a:t>Please watch the following clips included on the following slides from the Databricks Data and AI Summit that occurred June 9 to June 13, 2025 in San Francisco.</a:t>
            </a:r>
          </a:p>
          <a:p>
            <a:pPr marL="0" indent="0" algn="ctr">
              <a:buNone/>
            </a:pPr>
            <a:endParaRPr lang="en-US" dirty="0"/>
          </a:p>
        </p:txBody>
      </p:sp>
      <p:pic>
        <p:nvPicPr>
          <p:cNvPr id="4" name="Picture 3">
            <a:extLst>
              <a:ext uri="{FF2B5EF4-FFF2-40B4-BE49-F238E27FC236}">
                <a16:creationId xmlns:a16="http://schemas.microsoft.com/office/drawing/2014/main" id="{87F06EA6-289D-ABC1-6BAE-DA2735831AE4}"/>
              </a:ext>
            </a:extLst>
          </p:cNvPr>
          <p:cNvPicPr>
            <a:picLocks noChangeAspect="1"/>
          </p:cNvPicPr>
          <p:nvPr/>
        </p:nvPicPr>
        <p:blipFill>
          <a:blip r:embed="rId2"/>
          <a:stretch>
            <a:fillRect/>
          </a:stretch>
        </p:blipFill>
        <p:spPr>
          <a:xfrm>
            <a:off x="2108638" y="1426835"/>
            <a:ext cx="7974724" cy="4153160"/>
          </a:xfrm>
          <a:prstGeom prst="rect">
            <a:avLst/>
          </a:prstGeom>
        </p:spPr>
      </p:pic>
    </p:spTree>
    <p:extLst>
      <p:ext uri="{BB962C8B-B14F-4D97-AF65-F5344CB8AC3E}">
        <p14:creationId xmlns:p14="http://schemas.microsoft.com/office/powerpoint/2010/main" val="656784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8ECFE-30CC-E8B2-1976-A489E8515F54}"/>
              </a:ext>
            </a:extLst>
          </p:cNvPr>
          <p:cNvSpPr>
            <a:spLocks noGrp="1"/>
          </p:cNvSpPr>
          <p:nvPr>
            <p:ph type="title"/>
          </p:nvPr>
        </p:nvSpPr>
        <p:spPr/>
        <p:txBody>
          <a:bodyPr/>
          <a:lstStyle/>
          <a:p>
            <a:r>
              <a:rPr lang="en-US" dirty="0"/>
              <a:t>Anthropic: Dario</a:t>
            </a:r>
          </a:p>
        </p:txBody>
      </p:sp>
      <p:sp>
        <p:nvSpPr>
          <p:cNvPr id="3" name="Content Placeholder 2">
            <a:extLst>
              <a:ext uri="{FF2B5EF4-FFF2-40B4-BE49-F238E27FC236}">
                <a16:creationId xmlns:a16="http://schemas.microsoft.com/office/drawing/2014/main" id="{3A2677B6-3BC7-48FF-E561-1CB176B5C3B3}"/>
              </a:ext>
            </a:extLst>
          </p:cNvPr>
          <p:cNvSpPr>
            <a:spLocks noGrp="1"/>
          </p:cNvSpPr>
          <p:nvPr>
            <p:ph idx="1"/>
          </p:nvPr>
        </p:nvSpPr>
        <p:spPr/>
        <p:txBody>
          <a:bodyPr>
            <a:normAutofit lnSpcReduction="10000"/>
          </a:bodyPr>
          <a:lstStyle/>
          <a:p>
            <a:pPr marL="0" indent="0">
              <a:buNone/>
            </a:pPr>
            <a:r>
              <a:rPr lang="en-US" dirty="0"/>
              <a:t>Please carefully watch and enjoy this interview with Greg Ulrich:</a:t>
            </a:r>
          </a:p>
          <a:p>
            <a:pPr marL="0" indent="0">
              <a:buNone/>
            </a:pPr>
            <a:r>
              <a:rPr lang="en-US" dirty="0">
                <a:hlinkClick r:id="rId2"/>
              </a:rPr>
              <a:t>https://youtu.be/ul8cRLIP_Vk?t=4551</a:t>
            </a:r>
            <a:endParaRPr lang="en-US" dirty="0"/>
          </a:p>
          <a:p>
            <a:pPr marL="0" indent="0">
              <a:buNone/>
            </a:pPr>
            <a:endParaRPr lang="en-US" dirty="0"/>
          </a:p>
          <a:p>
            <a:pPr marL="0" indent="0">
              <a:buNone/>
            </a:pPr>
            <a:r>
              <a:rPr lang="en-US" dirty="0"/>
              <a:t>Just watch till the end of the interview and answer the questions below in preparation for a discussion in class. </a:t>
            </a:r>
          </a:p>
          <a:p>
            <a:pPr marL="0" indent="0">
              <a:buNone/>
            </a:pPr>
            <a:endParaRPr lang="en-US" dirty="0"/>
          </a:p>
          <a:p>
            <a:pPr marL="0" indent="0">
              <a:buNone/>
            </a:pPr>
            <a:r>
              <a:rPr lang="en-US" dirty="0"/>
              <a:t>Who is Dario Amodei?</a:t>
            </a:r>
          </a:p>
          <a:p>
            <a:pPr marL="0" indent="0">
              <a:buNone/>
            </a:pPr>
            <a:r>
              <a:rPr lang="en-US" dirty="0"/>
              <a:t>What is Vibe Coding?</a:t>
            </a:r>
          </a:p>
          <a:p>
            <a:pPr marL="0" indent="0">
              <a:buNone/>
            </a:pPr>
            <a:r>
              <a:rPr lang="en-US" dirty="0"/>
              <a:t>What do you think was the most impactful message from his talk?</a:t>
            </a:r>
          </a:p>
          <a:p>
            <a:pPr marL="0" indent="0">
              <a:buNone/>
            </a:pPr>
            <a:endParaRPr lang="en-US" dirty="0"/>
          </a:p>
        </p:txBody>
      </p:sp>
    </p:spTree>
    <p:extLst>
      <p:ext uri="{BB962C8B-B14F-4D97-AF65-F5344CB8AC3E}">
        <p14:creationId xmlns:p14="http://schemas.microsoft.com/office/powerpoint/2010/main" val="361613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41B6C-D84A-9C26-3D5D-96AD7E8644A5}"/>
              </a:ext>
            </a:extLst>
          </p:cNvPr>
          <p:cNvSpPr>
            <a:spLocks noGrp="1"/>
          </p:cNvSpPr>
          <p:nvPr>
            <p:ph type="title"/>
          </p:nvPr>
        </p:nvSpPr>
        <p:spPr/>
        <p:txBody>
          <a:bodyPr/>
          <a:lstStyle/>
          <a:p>
            <a:r>
              <a:rPr lang="en-US" dirty="0"/>
              <a:t>Master Card: Greg Ulrich</a:t>
            </a:r>
          </a:p>
        </p:txBody>
      </p:sp>
      <p:sp>
        <p:nvSpPr>
          <p:cNvPr id="3" name="Content Placeholder 2">
            <a:extLst>
              <a:ext uri="{FF2B5EF4-FFF2-40B4-BE49-F238E27FC236}">
                <a16:creationId xmlns:a16="http://schemas.microsoft.com/office/drawing/2014/main" id="{73184A45-5306-B149-AFAA-CFDA77DB70A0}"/>
              </a:ext>
            </a:extLst>
          </p:cNvPr>
          <p:cNvSpPr>
            <a:spLocks noGrp="1"/>
          </p:cNvSpPr>
          <p:nvPr>
            <p:ph idx="1"/>
          </p:nvPr>
        </p:nvSpPr>
        <p:spPr/>
        <p:txBody>
          <a:bodyPr/>
          <a:lstStyle/>
          <a:p>
            <a:pPr marL="0" indent="0">
              <a:buNone/>
            </a:pPr>
            <a:r>
              <a:rPr lang="en-US" dirty="0"/>
              <a:t>Please carefully watch and enjoy this interview with Greg Ulrich:</a:t>
            </a:r>
          </a:p>
          <a:p>
            <a:pPr marL="0" indent="0">
              <a:buNone/>
            </a:pPr>
            <a:r>
              <a:rPr lang="en-US" dirty="0">
                <a:hlinkClick r:id="rId2"/>
              </a:rPr>
              <a:t>https://youtu.be/ul8cRLIP_Vk?t=7354</a:t>
            </a:r>
            <a:endParaRPr lang="en-US" dirty="0"/>
          </a:p>
          <a:p>
            <a:pPr marL="0" indent="0">
              <a:buNone/>
            </a:pPr>
            <a:r>
              <a:rPr lang="en-US" dirty="0"/>
              <a:t>Just watch till the end of the interview and answer the questions below in preparation for a discussion in class. </a:t>
            </a:r>
          </a:p>
          <a:p>
            <a:pPr marL="0" indent="0">
              <a:buNone/>
            </a:pPr>
            <a:endParaRPr lang="en-US" dirty="0"/>
          </a:p>
          <a:p>
            <a:r>
              <a:rPr lang="en-US" dirty="0"/>
              <a:t>Who is Greg Ulrich</a:t>
            </a:r>
          </a:p>
          <a:p>
            <a:r>
              <a:rPr lang="en-US" dirty="0"/>
              <a:t>What were your top takeaways from this Interview?</a:t>
            </a:r>
          </a:p>
        </p:txBody>
      </p:sp>
    </p:spTree>
    <p:extLst>
      <p:ext uri="{BB962C8B-B14F-4D97-AF65-F5344CB8AC3E}">
        <p14:creationId xmlns:p14="http://schemas.microsoft.com/office/powerpoint/2010/main" val="3406183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367B1-EFE8-08F0-404B-C316FB8EAC8F}"/>
              </a:ext>
            </a:extLst>
          </p:cNvPr>
          <p:cNvSpPr>
            <a:spLocks noGrp="1"/>
          </p:cNvSpPr>
          <p:nvPr>
            <p:ph type="title"/>
          </p:nvPr>
        </p:nvSpPr>
        <p:spPr/>
        <p:txBody>
          <a:bodyPr/>
          <a:lstStyle/>
          <a:p>
            <a:r>
              <a:rPr lang="en-US" dirty="0"/>
              <a:t>JP Morgan Chase: Jamie Dimon</a:t>
            </a:r>
          </a:p>
        </p:txBody>
      </p:sp>
      <p:sp>
        <p:nvSpPr>
          <p:cNvPr id="3" name="Content Placeholder 2">
            <a:extLst>
              <a:ext uri="{FF2B5EF4-FFF2-40B4-BE49-F238E27FC236}">
                <a16:creationId xmlns:a16="http://schemas.microsoft.com/office/drawing/2014/main" id="{3721102F-C29F-E8A7-8F01-C89610DC77A7}"/>
              </a:ext>
            </a:extLst>
          </p:cNvPr>
          <p:cNvSpPr>
            <a:spLocks noGrp="1"/>
          </p:cNvSpPr>
          <p:nvPr>
            <p:ph idx="1"/>
          </p:nvPr>
        </p:nvSpPr>
        <p:spPr/>
        <p:txBody>
          <a:bodyPr/>
          <a:lstStyle/>
          <a:p>
            <a:pPr marL="0" indent="0">
              <a:buNone/>
            </a:pPr>
            <a:r>
              <a:rPr lang="en-US" dirty="0"/>
              <a:t>Please carefully watch and enjoy this interview with Jamie Dimon:</a:t>
            </a:r>
          </a:p>
          <a:p>
            <a:pPr marL="0" indent="0">
              <a:buNone/>
            </a:pPr>
            <a:r>
              <a:rPr lang="en-US" dirty="0">
                <a:hlinkClick r:id="rId2"/>
              </a:rPr>
              <a:t>https://youtu.be/ul8cRLIP_Vk?t=7764</a:t>
            </a:r>
            <a:endParaRPr lang="en-US" dirty="0"/>
          </a:p>
          <a:p>
            <a:pPr marL="0" indent="0">
              <a:buNone/>
            </a:pPr>
            <a:r>
              <a:rPr lang="en-US" dirty="0"/>
              <a:t>Just watch till the end of the interview and answer the questions below in preparation for a discussion in class. </a:t>
            </a:r>
          </a:p>
          <a:p>
            <a:pPr marL="0" indent="0">
              <a:buNone/>
            </a:pPr>
            <a:endParaRPr lang="en-US" dirty="0"/>
          </a:p>
          <a:p>
            <a:endParaRPr lang="en-US" dirty="0"/>
          </a:p>
          <a:p>
            <a:r>
              <a:rPr lang="en-US" dirty="0"/>
              <a:t>Who is Jamie Dimon?</a:t>
            </a:r>
          </a:p>
          <a:p>
            <a:r>
              <a:rPr lang="en-US" dirty="0"/>
              <a:t>What were your top takeaways from this Interview?</a:t>
            </a:r>
          </a:p>
        </p:txBody>
      </p:sp>
    </p:spTree>
    <p:extLst>
      <p:ext uri="{BB962C8B-B14F-4D97-AF65-F5344CB8AC3E}">
        <p14:creationId xmlns:p14="http://schemas.microsoft.com/office/powerpoint/2010/main" val="1237073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1965</TotalTime>
  <Words>702</Words>
  <Application>Microsoft Macintosh PowerPoint</Application>
  <PresentationFormat>Widescreen</PresentationFormat>
  <Paragraphs>63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Wingdings</vt:lpstr>
      <vt:lpstr>Office Theme</vt:lpstr>
      <vt:lpstr>Unit 9</vt:lpstr>
      <vt:lpstr>Activity 1</vt:lpstr>
      <vt:lpstr>Assignment</vt:lpstr>
      <vt:lpstr>Activity 1</vt:lpstr>
      <vt:lpstr>Follow Up!  </vt:lpstr>
      <vt:lpstr>Activity 2: Databricks Keynote!</vt:lpstr>
      <vt:lpstr>Anthropic: Dario</vt:lpstr>
      <vt:lpstr>Master Card: Greg Ulrich</vt:lpstr>
      <vt:lpstr>JP Morgan Chase: Jamie Dimon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Sadler, Bivin Philip</dc:creator>
  <cp:lastModifiedBy>Sadler, Bivin Philip</cp:lastModifiedBy>
  <cp:revision>4</cp:revision>
  <dcterms:created xsi:type="dcterms:W3CDTF">2025-06-18T20:35:05Z</dcterms:created>
  <dcterms:modified xsi:type="dcterms:W3CDTF">2025-06-21T17:13:09Z</dcterms:modified>
</cp:coreProperties>
</file>